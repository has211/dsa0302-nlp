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</p:sldIdLst>
  <p:sldSz cx="12192000" cy="6858000"/>
  <p:notesSz cx="12192000" cy="6858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21D70-E892-43A2-B663-C229C3E17C2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9D8B-47E7-409C-BBBA-B74D81E8A85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775" y="0"/>
            <a:ext cx="1381125" cy="11334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59260" y="0"/>
            <a:ext cx="1141425" cy="12161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8025" y="229869"/>
            <a:ext cx="5695949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405" y="1621472"/>
            <a:ext cx="9318625" cy="460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037036" y="4343400"/>
            <a:ext cx="15113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7036" y="4895052"/>
            <a:ext cx="3399472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0">
              <a:spcBef>
                <a:spcPts val="95"/>
              </a:spcBef>
            </a:pPr>
            <a:r>
              <a:rPr lang="en-IN" sz="1800" dirty="0">
                <a:latin typeface="Times New Roman" panose="02020603050405020304"/>
                <a:cs typeface="Times New Roman" panose="02020603050405020304"/>
              </a:rPr>
              <a:t>Hasini </a:t>
            </a:r>
            <a:r>
              <a:rPr lang="en-IN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IN" sz="1800" dirty="0">
                <a:latin typeface="Times New Roman" panose="02020603050405020304"/>
                <a:cs typeface="Times New Roman" panose="02020603050405020304"/>
              </a:rPr>
              <a:t>(192425060)</a:t>
            </a:r>
          </a:p>
          <a:p>
            <a:pPr marL="25400">
              <a:spcBef>
                <a:spcPts val="620"/>
              </a:spcBef>
            </a:pP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552" y="4343400"/>
            <a:ext cx="4313873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Superv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ised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by</a:t>
            </a:r>
            <a:r>
              <a:rPr sz="2000" b="1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977" y="4936025"/>
            <a:ext cx="4313873" cy="8602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lang="en-IN" sz="1800" spc="-10" dirty="0">
                <a:latin typeface="Times New Roman" panose="02020603050405020304"/>
                <a:cs typeface="Times New Roman" panose="02020603050405020304"/>
              </a:rPr>
              <a:t>Dr </a:t>
            </a:r>
            <a:r>
              <a:rPr lang="en-IN" spc="-10" dirty="0">
                <a:latin typeface="Times New Roman" panose="02020603050405020304"/>
                <a:cs typeface="Times New Roman" panose="02020603050405020304"/>
              </a:rPr>
              <a:t>Devi T</a:t>
            </a:r>
            <a:endParaRPr lang="en-IN" sz="180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Professor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4490" y="2037479"/>
            <a:ext cx="11333907" cy="1388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DSA0302- Natural Language Processing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Stemmer: Design, Working Mechanism, and Applications</a:t>
            </a:r>
            <a:endParaRPr lang="en-US" sz="3200" b="1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" y="0"/>
            <a:ext cx="10957034" cy="1672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324" y="589146"/>
            <a:ext cx="7021203" cy="615553"/>
          </a:xfrm>
        </p:spPr>
        <p:txBody>
          <a:bodyPr/>
          <a:lstStyle/>
          <a:p>
            <a:pPr algn="ctr"/>
            <a: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40294"/>
            <a:ext cx="688749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deals with understanding and processing human language.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text analysis, words need to be normalized.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is one of the most important preprocessing techniques in NLP.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one of the most widely used stemming algorithms.</a:t>
            </a: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EA7CE6-5216-E955-0CD5-519471E07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497" y="2408904"/>
            <a:ext cx="4095612" cy="31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3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324" y="831321"/>
            <a:ext cx="7021203" cy="615553"/>
          </a:xfrm>
        </p:spPr>
        <p:txBody>
          <a:bodyPr/>
          <a:lstStyle/>
          <a:p>
            <a:pPr algn="ctr"/>
            <a:r>
              <a:rPr lang="en-IN" sz="4000" dirty="0"/>
              <a:t>WHAT IS STEMMING?</a:t>
            </a:r>
            <a:endParaRPr lang="en-US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135" y="2118708"/>
            <a:ext cx="10590508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reduces words to their base or root form by removing suffixes.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groups related words together for easier analysis.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reduce vocabulary size in large datasets.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 ignores grammatical variations of words.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during text preprocessing in NLP applications. </a:t>
            </a:r>
          </a:p>
          <a:p>
            <a:pPr algn="l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l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Playing=Play, Played=Play, Running= Run</a:t>
            </a:r>
          </a:p>
        </p:txBody>
      </p:sp>
    </p:spTree>
    <p:extLst>
      <p:ext uri="{BB962C8B-B14F-4D97-AF65-F5344CB8AC3E}">
        <p14:creationId xmlns:p14="http://schemas.microsoft.com/office/powerpoint/2010/main" val="2941926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073" y="581909"/>
            <a:ext cx="8073704" cy="1231106"/>
          </a:xfrm>
        </p:spPr>
        <p:txBody>
          <a:bodyPr/>
          <a:lstStyle/>
          <a:p>
            <a:pPr algn="ctr"/>
            <a:r>
              <a:rPr lang="en-IN" sz="4000" dirty="0"/>
              <a:t>PORTER STEMMER ALGORITHM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58" y="2233496"/>
            <a:ext cx="992377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Porter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rule-based suffix stripping algorithm.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linguistic rules instead of ML.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words in multiple sequential steps.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mainly for the English language.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in popular NLP libraries such as NLTK.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computationally efficient for large datasets.</a:t>
            </a:r>
            <a:endParaRPr lang="en-US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4F3B4-D038-D3A8-563B-91FCEADB8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079" y="2969341"/>
            <a:ext cx="4061812" cy="270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3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580280"/>
            <a:ext cx="6578291" cy="615553"/>
          </a:xfrm>
        </p:spPr>
        <p:txBody>
          <a:bodyPr/>
          <a:lstStyle/>
          <a:p>
            <a:pPr algn="ctr"/>
            <a:r>
              <a:rPr lang="en-IN" sz="4000" dirty="0"/>
              <a:t>WORKING MECHANISM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A6931-A7A1-D53C-90AF-7CB49F682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054" y="1390473"/>
            <a:ext cx="5582652" cy="52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44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672" y="619647"/>
            <a:ext cx="7500199" cy="1231106"/>
          </a:xfrm>
        </p:spPr>
        <p:txBody>
          <a:bodyPr/>
          <a:lstStyle/>
          <a:p>
            <a:r>
              <a:rPr lang="en-IN" sz="4000" dirty="0"/>
              <a:t>PYTHON IMPLEMENTATION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FBA7B7-C2E7-EDE8-5130-8F5431E97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373" y="1850753"/>
            <a:ext cx="7184461" cy="27861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1E3F74-88AC-B3CD-4CB3-7F55E2726939}"/>
              </a:ext>
            </a:extLst>
          </p:cNvPr>
          <p:cNvSpPr txBox="1"/>
          <p:nvPr/>
        </p:nvSpPr>
        <p:spPr>
          <a:xfrm>
            <a:off x="2520629" y="5083150"/>
            <a:ext cx="8072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 provides a built-in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PorterStemmer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requires only a few lines of Python code.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process thousands of words efficiently.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beginners learning NLP preprocessing.</a:t>
            </a:r>
          </a:p>
        </p:txBody>
      </p:sp>
    </p:spTree>
    <p:extLst>
      <p:ext uri="{BB962C8B-B14F-4D97-AF65-F5344CB8AC3E}">
        <p14:creationId xmlns:p14="http://schemas.microsoft.com/office/powerpoint/2010/main" val="291240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296" y="424726"/>
            <a:ext cx="6585258" cy="615553"/>
          </a:xfrm>
        </p:spPr>
        <p:txBody>
          <a:bodyPr/>
          <a:lstStyle/>
          <a:p>
            <a:pPr algn="ctr"/>
            <a:r>
              <a:rPr lang="en-IN" sz="4000" dirty="0"/>
              <a:t>APPLICATIONS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623019-25FD-3D95-BC93-F4F51DC47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556" y="1463851"/>
            <a:ext cx="6585258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6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738" y="553694"/>
            <a:ext cx="8770374" cy="615553"/>
          </a:xfrm>
        </p:spPr>
        <p:txBody>
          <a:bodyPr/>
          <a:lstStyle/>
          <a:p>
            <a:pPr algn="ctr"/>
            <a:r>
              <a:rPr lang="en-IN" sz="4000" dirty="0"/>
              <a:t>ADVANTAGES &amp; LIMITATIONS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256" y="1837388"/>
            <a:ext cx="951785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computationally efficient.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storage requirements.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 and retrieval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by many NLP libraries.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produce incorrect stems (over-stemming).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fails to remove enough characters.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mainly for English.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consider word meaning or context.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322618-907F-20A9-2229-B14ED55E4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148" y="2582440"/>
            <a:ext cx="3902525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9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017" y="479614"/>
            <a:ext cx="3943965" cy="1354217"/>
          </a:xfrm>
        </p:spPr>
        <p:txBody>
          <a:bodyPr/>
          <a:lstStyle/>
          <a:p>
            <a:pPr algn="l"/>
            <a:r>
              <a:rPr lang="en-IN" sz="4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286" y="2057400"/>
            <a:ext cx="10094811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one of the most popular stemming algorithms in NLP.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words into their stem forms using rule-based suffix removal.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text preprocessing efficiency and reduces computational complexity.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applied in search engines, text mining, and information retrieval.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it has limitations, it remains a reliable preprocessing technique for many NLP tasks.</a:t>
            </a:r>
            <a:endParaRPr lang="en-US" sz="24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8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AF0DF3-7972-EF6A-FD1F-DFA06F49F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80" y="245806"/>
            <a:ext cx="7354240" cy="6612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EAA7-0760-3F79-DF3F-328FE7E6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C3B286F8-D7B3-A93C-3AB3-FBE7A53176EC}"/>
              </a:ext>
            </a:extLst>
          </p:cNvPr>
          <p:cNvSpPr txBox="1"/>
          <p:nvPr/>
        </p:nvSpPr>
        <p:spPr>
          <a:xfrm>
            <a:off x="3048000" y="2829560"/>
            <a:ext cx="60331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57350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371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INTRODUCTION</vt:lpstr>
      <vt:lpstr>WHAT IS STEMMING?</vt:lpstr>
      <vt:lpstr>PORTER STEMMER ALGORITHM</vt:lpstr>
      <vt:lpstr>WORKING MECHANISM</vt:lpstr>
      <vt:lpstr>PYTHON IMPLEMENTATION</vt:lpstr>
      <vt:lpstr>APPLICATIONS</vt:lpstr>
      <vt:lpstr>ADVANTAGES &amp; LIMITATIONS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Hasini G</dc:creator>
  <cp:lastModifiedBy>hemavathi1863@gmail.com</cp:lastModifiedBy>
  <cp:revision>2</cp:revision>
  <dcterms:modified xsi:type="dcterms:W3CDTF">2026-07-29T03:03:46Z</dcterms:modified>
</cp:coreProperties>
</file>